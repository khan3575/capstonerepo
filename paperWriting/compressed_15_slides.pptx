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5912" cy="2011680"/>
          </a:xfrm>
          <a:prstGeom prst="rect">
            <a:avLst/>
          </a:prstGeom>
          <a:solidFill>
            <a:srgbClr val="1A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Efficient Brain Tumour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using Graph Neural Networks on BraTS Datasets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5029200" cy="3017520"/>
          </a:xfrm>
          <a:prstGeom prst="rect">
            <a:avLst/>
          </a:prstGeom>
          <a:solidFill>
            <a:srgbClr val="1A2E44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906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930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  1.  Sakib Khan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  2.  Rifa Sanjida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708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  3.  Kishor Kumar 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0974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  4.  Md. Mahamudul Hasan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4865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  5.  Md. Minhajur Rahman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017520"/>
            <a:ext cx="5577840" cy="3017520"/>
          </a:xfrm>
          <a:prstGeom prst="rect">
            <a:avLst/>
          </a:prstGeom>
          <a:solidFill>
            <a:srgbClr val="1A2E44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0906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Supervised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930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Mr. Shamim Ahmed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95020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Department of Computer Science &amp; Engineering
Bangladesh University of Business &amp; Technology  (BUBT)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892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</a:rPr>
              <a:t>Capstone Project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3218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BraTS 2021  ·  BraTS 2023  ·  GraphSAGE  ·  Python / PyTorch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Why existing methods fall short in clinical settings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577840" cy="25603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875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The Clinical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539496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Brain tumour segmentation from MRI is essential for:
  • Surgical planning and resection guidance
  • Radiotherapy targeting
  • Treatment response monitoring
Multi-modal MRI (T1, T1CE, T2, FLAIR) provides
complementary tissue contrast — manual annotation
is slow, expert-dependent, and not reproducible.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914400"/>
            <a:ext cx="5760720" cy="25603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9875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</a:rPr>
              <a:t>Problem with Existing Deep Learning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298448"/>
            <a:ext cx="557784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CNNs / U-Net variants achieve high Dice scores BUT:
  • Require 16–32 GB VRAM
  • 69M–100M+ parameters
  • Long inference times (10+ seconds)
  • Not deployable in resource-constrained
    clinical settings or low-income countries
  GPU-heavy pipelines ≠ accessible medicine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11612880" cy="1005840"/>
          </a:xfrm>
          <a:prstGeom prst="rect">
            <a:avLst/>
          </a:prstGeom>
          <a:solidFill>
            <a:srgbClr val="1A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124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Our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7822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Replace pixel-level CNN with a lightweight Graph Neural Network on SLIC superpixels.
Same accuracy — fraction of the compute.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00600"/>
            <a:ext cx="3657600" cy="160020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873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Class Imbalance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5184648"/>
            <a:ext cx="347472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~19 : 1  (healthy vs. tumour superpixels)
Addressed via positive class weight  w+ = 9.0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4800600"/>
            <a:ext cx="3657600" cy="160020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4873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Hardware Constraint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5184648"/>
            <a:ext cx="347472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All experiments on  NVIDIA RTX 2060  (6 GB VRAM)
Consumer-grade GPU — no HPC cluster needed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4800600"/>
            <a:ext cx="3931920" cy="160020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7" y="487375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Generalisation Goal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7" y="5184648"/>
            <a:ext cx="37490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Train on BraTS 2021 → test zero-shot on BraTS 2023
Different scanner protocols, no retraining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Four measurable goals driving this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5760720" cy="2377440"/>
          </a:xfrm>
          <a:prstGeom prst="rect">
            <a:avLst/>
          </a:prstGeom>
          <a:solidFill>
            <a:srgbClr val="1A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033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051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GNN Segmentation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554480"/>
            <a:ext cx="5532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Develop a complete GNN-based segmentation pipeline using SLIC superpixel graphs on multi-modal BraTS MRI (T1, T1CE, T2, FLAIR).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960120"/>
            <a:ext cx="5760720" cy="2377440"/>
          </a:xfrm>
          <a:prstGeom prst="rect">
            <a:avLst/>
          </a:prstGeom>
          <a:solidFill>
            <a:srgbClr val="1A2E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033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051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Competitive Dice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554480"/>
            <a:ext cx="5532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Achieve Dice score comparable to or better than CNN / U-Net baselines on the BraTS 2021 benchmark.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5760720" cy="2377440"/>
          </a:xfrm>
          <a:prstGeom prst="rect">
            <a:avLst/>
          </a:prstGeom>
          <a:solidFill>
            <a:srgbClr val="1A2E44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6393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C42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57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Dramatically Reduce 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160520"/>
            <a:ext cx="5532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Reduce GPU memory, inference time, and parameter count by orders of magnitude vs. standard deep learning methods — targeting 6 GB VRAM deployment.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566160"/>
            <a:ext cx="5760720" cy="2377440"/>
          </a:xfrm>
          <a:prstGeom prst="rect">
            <a:avLst/>
          </a:prstGeom>
          <a:solidFill>
            <a:srgbClr val="1A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6393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D6A0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657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Cross-Dataset Generalisation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160520"/>
            <a:ext cx="5532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Demonstrate zero-shot transfer from BraTS 2021 to BraTS 2023 without any retraining, validating the inductive property of GraphSAGE.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2362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Each objective maps to a measurable result — all four are met by the end of this 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BraTS 2021 (primary) + BraTS 2023 (zero-shot generalisation test)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657600" cy="50749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87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BraTS 2021 — 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3474720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1,251 glioma patients total
Training / Evaluation pool:
  1,000 patients
  → 5-fold cross-validation
  → 720 train / 80 val / 200 test per fold
Sealed held-out set:
  251 patients
  → never touched during training
  → final ensemble evaluated here
4 MRI modalities per patient:
  T1   T1CE   T2   FLAIR
Label:  Whole Tumour binary mask
  (tumour  vs.  healthy)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914400"/>
            <a:ext cx="3657600" cy="50749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987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BraTS 2023 — Zero-Shot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1298448"/>
            <a:ext cx="3474720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Used ONLY for generalisation test
No retraining, no fine-tuning
Different acquisition protocols
vs. BraTS 2021:
  • Different scanner manufacturers
  • Different site calibrations
  • Harder distribution shift
Same label schema as BraTS 2021
→ direct Dice comparison possible
Tests whether GraphSAGE's
inductive property holds in the
real world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914400"/>
            <a:ext cx="3931920" cy="50749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7" y="98755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Data Characteristics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7" y="1298448"/>
            <a:ext cx="3749040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Modality contrast roles:
  T1CE  →  active tumour (bright ring)
  FLAIR →  oedema / infiltration
  T2    →  water content
  T1    →  anatomy baseline
SLIC applied on T1CE only
  (highest tumour contrast)
Superpixel-level class balance:
  ~19 healthy : 1 tumour
  (19 : 1 imbalance)
Positive class weight  w+ = 9.0
  to compensate imbalance
Spatial compression:
  8.9M voxels → ~3,909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1264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All splits are patient-level — no data leakage between train and test 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Proposed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Five-stage pipeline: MRI → Superpixels → Graph → GNN → Segmentation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011680" cy="1280160"/>
          </a:xfrm>
          <a:prstGeom prst="rect">
            <a:avLst/>
          </a:prstGeom>
          <a:solidFill>
            <a:srgbClr val="1B6CA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258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MRI Input
4 Modalities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14630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32888" y="1051560"/>
            <a:ext cx="201168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13258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SLIC
Superpixels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4630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5736" y="1051560"/>
            <a:ext cx="2011680" cy="12801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13258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Graph
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14630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58584" y="1051560"/>
            <a:ext cx="2011680" cy="12801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3258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GraphSAGE
5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14630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71432" y="1051560"/>
            <a:ext cx="2011680" cy="1280160"/>
          </a:xfrm>
          <a:prstGeom prst="rect">
            <a:avLst/>
          </a:prstGeom>
          <a:solidFill>
            <a:srgbClr val="06D6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13258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Binary
Segmentation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14600"/>
            <a:ext cx="2011680" cy="228600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2587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MRI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2898648"/>
            <a:ext cx="18288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T1, T1CE, T2, FLAIR
155 axial slices
240×240 per slice
4-channel input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32888" y="2514600"/>
            <a:ext cx="2011680" cy="228600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42616" y="2587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SLIC Superpixels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42616" y="2898648"/>
            <a:ext cx="18288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Applied on T1CE
K=200 target
~46 per slice
2,284× compression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45736" y="2514600"/>
            <a:ext cx="2011680" cy="228600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55464" y="2587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Graph Construction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2898648"/>
            <a:ext cx="18288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Paired-slice (2 slices)
~92 nodes, ~180 edges
Intra: RAG adjacency
Inter: kNN  k=3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8584" y="2514600"/>
            <a:ext cx="2011680" cy="228600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8312" y="2587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GraphSAGE GNN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2898648"/>
            <a:ext cx="18288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5 layers, 256 hidden
64-dim output
439,041 params
Mean aggregation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71432" y="2514600"/>
            <a:ext cx="2011680" cy="228600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2587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Segmentation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898648"/>
            <a:ext cx="18288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Node classification
Tumour / Healthy
5-fold ensemble
τ = 0.5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983480"/>
            <a:ext cx="11612880" cy="82296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0474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Key Insight: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5047488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By operating on ~92 superpixel nodes rather than 37,200 raw pixels per slice, the GNN achieves 2,284× spatial compression — enabling inference in 75 ms on a 6 GB consumer GPU.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59436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The following slides detail each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SLIC Superpixels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Step 1 — Spatial Compression of MRI Slices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657600" cy="23774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87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Algorithm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34747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Algorithm :  SLIC (Simple Linear Iterative Clustering)
Applied on :  T1CE channel only
  (highest tumour contrast)
Target K :  200 superpixels per slice
Compactness :  0.1
Sigma :  0.3
Realised :  ~46 superpixels per slice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29000"/>
            <a:ext cx="3657600" cy="155448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502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Why T1CE?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813048"/>
            <a:ext cx="3474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Contrast agent highlights areas where blood-brain barrier is broken
→ Active tumour tissue appears bright
→ Clearest tumour boundary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914400"/>
            <a:ext cx="7589520" cy="1280160"/>
          </a:xfrm>
          <a:prstGeom prst="rect">
            <a:avLst/>
          </a:prstGeom>
          <a:solidFill>
            <a:srgbClr val="1A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960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2,284×  Spatial Compression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41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8,928,000 voxels per patient   →   ~3,909 superpixel nodes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331720"/>
            <a:ext cx="3566160" cy="26517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4048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Per Slice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715768"/>
            <a:ext cx="338328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Raw MRI slice :
  155 × 240 = 37,200 pixels
After SLIC :
  ~46 superpixels
Compression per slice :  ~808×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331720"/>
            <a:ext cx="3840480" cy="26517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2404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Per Patient (Full Volume)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715768"/>
            <a:ext cx="36576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MRI volume :
  155 slices × 240 × 240 = 8.9M voxels
After SLIC :
  ~46 nodes × 155 slices ≈ 7,130 nodes
  (paired-slice → ~3,909 graph nodes)
This is WHY inference is fast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120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Each superpixel is a compact, semantically meaningful region — far better than raw pixels as a unit of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Graph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Step 2 — Building the Paired-Slice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029200" cy="12801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87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Graph 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Input :  2 consecutive axial MRI slices
Nodes :  ~92 superpixels   |   Edges :  ~180 connections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5577840" cy="21945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4505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Edge Type 1 — Intra-Slice  (within same slice)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761488"/>
            <a:ext cx="539496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Method :  Region Adjacency Graph (RAG)
Rule :  4-connectivity boundary adjacency
Connects superpixels that share a physical border
Captures :  tissue boundaries, local spatial structure
→ If two regions are adjacent, they likely share a
   biologically meaningful boundary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377440"/>
            <a:ext cx="5760720" cy="21945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4505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Edge Type 2 — Inter-Slice  (across two slices)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761488"/>
            <a:ext cx="557784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Method :  k-Nearest Neighbours  (k = 3)
Criteria — edge only if BOTH hold:
  • IoU overlap  &gt;  0.1  (10%)
  • Centroid distance  &lt;  10 mm
Captures :  3D spatial continuity of tumour
→ Links same anatomical region across slices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54880"/>
            <a:ext cx="1161288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731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~92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480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nodes per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7731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~180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1480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edges per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7731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1480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edge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7731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2,284×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1480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compression vs raw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7607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Two-slice structure lets the model learn both spatial adjacency (within slice) and volumetric continuity (across slices).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Node Features  ·  GraphSAGE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15-dim feature vector per node  →  5-layer inductive GNN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566160" cy="50749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87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Group 1 — Intensity  (8)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3383280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For each of 4 MRI modalities:
  T1  ·  T1CE  ·  T2  ·  FLAIR
Extract:  mean + std intensity
4 modalities × 2 = 8 features
Tells the model WHAT the
tissue looks like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914400"/>
            <a:ext cx="2743200" cy="24231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987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Group 2 — Spatial  (4)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298448"/>
            <a:ext cx="256032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1. Area (pixel count)
2. Normalised area
3. Y-centroid
4. X-centroid
Tells the model WHERE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3520440"/>
            <a:ext cx="2743200" cy="246888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3088" y="3593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Group 3 — Morphological  (3)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3904488"/>
            <a:ext cx="256032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1. Perimeter
2. Compactness
   (Perimeter² / 4π·Area)
3. Intensity Range
Tells the model SHAPE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914400"/>
            <a:ext cx="4892040" cy="24231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987552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GraphSAGE — Why Inductive?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298448"/>
            <a:ext cx="47091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GCN/GAT = transductive (fixed graph at train)
GraphSAGE = inductive (learns aggregation fn)
→ Works on any unseen graph at inference
→ Enables zero-shot BraTS 2023 transfer
→ No retraining needed for new patients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3520440"/>
            <a:ext cx="4892040" cy="246888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4888" y="3593592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Architecture Specs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3904488"/>
            <a:ext cx="470916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Layers :          5  GraphSAGE layers
Hidden channels : 256  per layer
Output dim :      64
Aggregation :     Mean pooling
Total params :    439,041  (&lt; 0.5M)
Task : Binary node classification
  15-dim → 256 → 256 → 256 → 256 → 64 → 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6108192"/>
            <a:ext cx="11612880" cy="411480"/>
          </a:xfrm>
          <a:prstGeom prst="rect">
            <a:avLst/>
          </a:prstGeom>
          <a:solidFill>
            <a:srgbClr val="1A2E44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1539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 + 4 + 3 = 15 features per node   →   5-layer GraphSAGE   →   439K params  (157× fewer than U-Net)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Optimisation, Loss, and Cross-Validation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749039" cy="23774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8755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Optimiser &amp; Scheduler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3566159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Optimiser :  AdamW
  Learning rate :  1e-3
  Weight decay :  0.01
Scheduler :  OneCycleLR
  Warmup :  30% of total steps
  Gradual LR ramp prevents early
  training instability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914400"/>
            <a:ext cx="3749039" cy="23774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98755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Batch &amp;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298448"/>
            <a:ext cx="3566159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Batch size :  24 graphs
Grad. accumulation :  ×2
Effective batch :  48 graphs
Precision :  AMP FP16
  (halves GPU memory, speeds training)
Max epochs :  50
Early stop patience :  10  (never triggered)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914400"/>
            <a:ext cx="3749039" cy="23774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98755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42"/>
                </a:solidFill>
              </a:rPr>
              <a:t>Loss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298448"/>
            <a:ext cx="3566159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Loss :  BCEWithLogitsLoss
Class imbalance:  ~19 : 1
  healthy vs. tumour superpixels
Solution:  positive class weight
  w+ = 9.0
  Penalises missed tumour detections
Dice smoothing ε = 1e-7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5760720" cy="21488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5021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5-Fold Cross-Validation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813048"/>
            <a:ext cx="55778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1,000 BraTS 2021 patients split at PATIENT level:
  Each fold:   720 train  /  80 val  /  200 test
5 models trained independently on 5 splits
Ensemble:  soft voting — average sigmoid probabilities
Threshold: τ = 0.5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429000"/>
            <a:ext cx="5623560" cy="21488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50215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D6E0"/>
                </a:solidFill>
              </a:rPr>
              <a:t>Hardware (Consumer-Grade Only)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813048"/>
            <a:ext cx="54406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CPU :   Intel Core i7-10700
RAM :   32 GB
GPU :   NVIDIA RTX 2060  —  6 GB VRAM
Python 3.12  ·  PyTorch 2.8.0  (CUDA 12.8)
PyTorch Geometric 2.6.1
scikit-image 0.25.2  ·  NumPy 2.3.3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7150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Entire training pipeline runs on hardware available in most university labs.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5-Fold Cross-Validation  +  Sealed Held-Out Set  (BraTS 2021)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303520" cy="40233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692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5-Fold Cross-Validation  (1,000 patients)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5029200" cy="411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721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Fold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4721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88.72%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865376"/>
            <a:ext cx="5029200" cy="411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Fold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90.48%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313432"/>
            <a:ext cx="5029200" cy="411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368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Fold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368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90.31%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761488"/>
            <a:ext cx="5029200" cy="411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Fold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90.13%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209544"/>
            <a:ext cx="5029200" cy="411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64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Fold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264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90.47%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57600"/>
            <a:ext cx="502920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124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Mean ± 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7124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90.02% ± 0.66%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315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Stable across folds — σ = 0.66pp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914400"/>
            <a:ext cx="6035040" cy="4023360"/>
          </a:xfrm>
          <a:prstGeom prst="rect">
            <a:avLst/>
          </a:prstGeom>
          <a:solidFill>
            <a:srgbClr val="1A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969264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Ensemble on Sealed Held-Out Set  (251 patients)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1417320"/>
            <a:ext cx="5760720" cy="47548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14904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Dice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14904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B4D8"/>
                </a:solidFill>
              </a:rPr>
              <a:t>91.41%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1938527"/>
            <a:ext cx="5760720" cy="4754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201167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01167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99.14%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2459734"/>
            <a:ext cx="5760720" cy="4754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3288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253288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95.52%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2980941"/>
            <a:ext cx="5760720" cy="4754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305409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Sensitivity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054093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87.77%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502148"/>
            <a:ext cx="5760720" cy="4754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35753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Specificity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5753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99.76%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52160" y="4160520"/>
            <a:ext cx="603504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89320" y="42062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Final Dice: 91.41%  on completely unseen 251 patients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50749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Ensemble of 5 folds (soft voting, τ = 0.5) outperforms any single fold — confirms that cross-validation adds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Efficiency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GNN (ours) vs. U-Net — same hardware, same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11247120" cy="43891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9784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9784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GNN (Ours)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9784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U-Net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9784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Improvement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89888"/>
            <a:ext cx="11247120" cy="621792"/>
          </a:xfrm>
          <a:prstGeom prst="rect">
            <a:avLst/>
          </a:prstGeom>
          <a:solidFill>
            <a:srgbClr val="1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52704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Dice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527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</a:rPr>
              <a:t>91.41%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527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76F"/>
                </a:solidFill>
              </a:rPr>
              <a:t>87.84%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5270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+3.57 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48256"/>
            <a:ext cx="11247120" cy="6217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18541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End-to-end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18541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1,732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18541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10,160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18541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5.9× faster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706624"/>
            <a:ext cx="11247120" cy="621792"/>
          </a:xfrm>
          <a:prstGeom prst="rect">
            <a:avLst/>
          </a:prstGeom>
          <a:solidFill>
            <a:srgbClr val="1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84378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GNN-only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4378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75.4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84378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84378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D6E0"/>
                </a:solidFill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364992"/>
            <a:ext cx="11247120" cy="6217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5021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Peak GPU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5021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11 MB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5021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2,500 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50215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227× less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023360"/>
            <a:ext cx="11247120" cy="621792"/>
          </a:xfrm>
          <a:prstGeom prst="rect">
            <a:avLst/>
          </a:prstGeom>
          <a:solidFill>
            <a:srgbClr val="1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1605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Parameters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41605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439,041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1605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69,146,113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41605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157× fewer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681728"/>
            <a:ext cx="11247120" cy="6217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81888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Model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48188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1.7 MB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8188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264 MB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481888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157× smaller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394960"/>
            <a:ext cx="11612880" cy="502920"/>
          </a:xfrm>
          <a:prstGeom prst="rect">
            <a:avLst/>
          </a:prstGeom>
          <a:solidFill>
            <a:srgbClr val="1A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4589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Our GNN is MORE accurate than U-Net (+3.57pp Dice) while using 227× less memory, 5.9× faster, with 157× fewer parameters.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01675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75.4 ms GNN-only inference = real-time capable. The 1,732 ms total includes superpixel preprocessing.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Zero-Shot Generalisation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BraTS 2023 — no retraining, different acquisition protocols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029200" cy="155448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87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What is Zero-Shot Transfer?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48463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Model trained ONLY on BraTS 2021
Tested directly on BraTS 2023 — no fine-tuning
BraTS 2023 uses different scanners &amp; protocols
→ This tests real-world robustness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914400"/>
            <a:ext cx="6309360" cy="155448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7568" y="98755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Why GraphSAGE Generalises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1298448"/>
            <a:ext cx="61264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Inductive framework — learns an aggregation function
not a fixed adjacency matrix
Superpixel features are scanner-agnostic relative statistics
→ mean/std intensities are invariant to protocol shifts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51760"/>
            <a:ext cx="10972800" cy="43891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157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715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BraTS 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715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BraTS 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715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27248"/>
            <a:ext cx="10972800" cy="438912"/>
          </a:xfrm>
          <a:prstGeom prst="rect">
            <a:avLst/>
          </a:prstGeom>
          <a:solidFill>
            <a:srgbClr val="1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200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Dice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91.41%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89.40%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200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−1.01 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02736"/>
            <a:ext cx="10972800" cy="4389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6758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675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99.14%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3675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98.85%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6758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−0.29 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78224"/>
            <a:ext cx="10972800" cy="438912"/>
          </a:xfrm>
          <a:prstGeom prst="rect">
            <a:avLst/>
          </a:prstGeom>
          <a:solidFill>
            <a:srgbClr val="1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1513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Sensitivity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1513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87.77%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1513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90.69%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1513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+2.92 pp 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553712"/>
            <a:ext cx="10972800" cy="4389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62686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Specificity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46268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99.76%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46268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99.45%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62686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−0.31 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029200"/>
            <a:ext cx="10972800" cy="438912"/>
          </a:xfrm>
          <a:prstGeom prst="rect">
            <a:avLst/>
          </a:prstGeom>
          <a:solidFill>
            <a:srgbClr val="1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1023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5102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95.52%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5102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92.46%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51023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−3.06 pp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577840"/>
            <a:ext cx="11612880" cy="502920"/>
          </a:xfrm>
          <a:prstGeom prst="rect">
            <a:avLst/>
          </a:prstGeom>
          <a:solidFill>
            <a:srgbClr val="1A2E4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6418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Sensitivity IMPROVED +2.92pp on unseen data — model detects tumour better on BraTS 2023 than BraTS 2021.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1722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Modest −1.01pp Dice drop with zero retraining confirms strong cross-dataset generalisation.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 &amp; 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Honest assessment + next research directions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5623560" cy="16459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03327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</a:rPr>
              <a:t>T1CE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44168"/>
            <a:ext cx="54406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SLIC on T1CE fails for non-enhancing tumours — 3 patients had Dice ≈ 0 (BraTS2021_01405, 01366, 01407). No T1CE signal = no usable superpixels.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960120"/>
            <a:ext cx="5623560" cy="16459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03327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Binary Segmentation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344168"/>
            <a:ext cx="54406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Predicts Whole Tumour only. Does not separate sub-regions: GD-enhancing tumour, necrotic core, or peritumoral oedema.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788920"/>
            <a:ext cx="5623560" cy="16459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86207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Fixed Graph Topology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72968"/>
            <a:ext cx="54406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Graph structure is fixed at inference time — no dynamic refinement based on prediction confidence or iterative superpixel adjustment.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788920"/>
            <a:ext cx="5623560" cy="16459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286207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0"/>
                </a:solidFill>
              </a:rPr>
              <a:t>Adult Glioma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3172968"/>
            <a:ext cx="54406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Trained exclusively on adult glioma cases (BraTS). Performance on paediatric tumours or rare tumour types is unknown.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11612880" cy="34747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7914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19379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Multi-class segmentation (WT, TC, ET sub-regions)   ·   Dynamic graph refinement based on prediction confidence   ·   Extend to paediatric BraTS datasets   ·   Integrate radiomics / clinical metadata as node features   ·   Real-time deployment on edge hardware (Jetson Nano / Raspberry Pi)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What we demonstrated — four measurable 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5669280" cy="2240280"/>
          </a:xfrm>
          <a:prstGeom prst="rect">
            <a:avLst/>
          </a:prstGeom>
          <a:solidFill>
            <a:srgbClr val="1A2E44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033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D6A0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051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91.41% Dice — Surpasses U-Net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554480"/>
            <a:ext cx="5440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GraphSAGE on SLIC superpixels achieves 91.41% Dice on the sealed BraTS 2021 held-out set — beating U-Net baseline (87.84%) by +3.57 percentage points.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960120"/>
            <a:ext cx="5669280" cy="2240280"/>
          </a:xfrm>
          <a:prstGeom prst="rect">
            <a:avLst/>
          </a:prstGeom>
          <a:solidFill>
            <a:srgbClr val="1A2E44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033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051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Radical Efficiency Gains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554480"/>
            <a:ext cx="5440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5.9× faster inference  ·  227× less GPU memory  ·  157× fewer parameters.
Full pipeline runs on a 6 GB consumer GPU — no HPC cluster required.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29000"/>
            <a:ext cx="5669280" cy="2240280"/>
          </a:xfrm>
          <a:prstGeom prst="rect">
            <a:avLst/>
          </a:prstGeom>
          <a:solidFill>
            <a:srgbClr val="1A2E44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5021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0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Zero-Shot Generalisation Confirmed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023360"/>
            <a:ext cx="5440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Without any retraining, 89.40% Dice on BraTS 2023 — a different acquisition protocol.
Sensitivity actually improved +2.92pp, validating GraphSAGE's inductive design.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5669280" cy="2240280"/>
          </a:xfrm>
          <a:prstGeom prst="rect">
            <a:avLst/>
          </a:prstGeom>
          <a:solidFill>
            <a:srgbClr val="1A2E44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5021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C42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520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Near-SOTA at Fraction of Compute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023360"/>
            <a:ext cx="5440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SOTA CNNs achieve 92–94% Dice but need 16–32 GB VRAM and 100M+ params.
Our GNN is within 1–3pp of SOTA at 439K params and 11 MB peak memory.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6035040"/>
            <a:ext cx="116128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0990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GraphSAGE + SLIC superpixels = near-SOTA accuracy with clinical-grade efficiency on consumer hardware.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1A2E44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92628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68880"/>
            <a:ext cx="9262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B4D8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3246120"/>
            <a:ext cx="8897112" cy="36576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34015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91.41%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9136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Dice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4015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5.9×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9136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4015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227×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9136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Less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4015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89.40%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9136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Zero-Shot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Sakib Khan  ·  Rifa Sanjida  ·  Kishor Kumar Das  ·  Md. Mahamudul Hasan  ·  Md. Minhajur Rahman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8523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Supervisor: Mr. Shamim Ahmed  ·  BUBT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